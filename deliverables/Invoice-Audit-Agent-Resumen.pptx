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C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CAPÍTULO 2 · BUILD, OBSERVE &amp; TUNE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Audit Agent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ciclo de vida completo de un agente de IA en producción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4343400"/>
            <a:ext cx="2011680" cy="0"/>
          </a:xfrm>
          <a:prstGeom prst="line">
            <a:avLst/>
          </a:prstGeom>
          <a:noFill/>
          <a:ln w="38100">
            <a:solidFill>
              <a:srgbClr val="00B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· Fundamentar (ground) · Observar · Ajustar — todo dentro de Microsoft Foundry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desplegado en tenant propio · Microsoft Foundry · Octubre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DE LA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ver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recorrido de extremo a extremo por el ciclo de vida de un agente de producción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el agente: modelo, instrucciones y conocimiento empresarial conectado.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3774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926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Fundamentar las respuestas en documentos reales vía Foundry IQ (Azure AI Search).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21488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3774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· Traces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92440" y="2926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paso a paso de cada respuesta: qué se consultó y por qué.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361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· Monitor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Costo, consumo de tokens y salud operacional del agente en el tiempo.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3891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4361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 · Evaluator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34840" y="4937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Rúbrica de calidad medible y repetible, ejecutada sobre tráfico real.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63840" y="416052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43891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0" y="4361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92440" y="4937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caso de uso real: auditoría de facturas con hallazgo cuantificado.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 de facturas de staffing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
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Meridian Manufacturing contrata personal vía ServicePro Staffing bajo un contrato marco (MSA). Las horas extra solo son facturables si cuentan con una aprobación previa por escrito, registrada por sitio y mes.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un agente
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equipo de Procurement cruza manualmente cada línea de factura contra el contrato y el registro de aprobaciones — lento y propenso a errores.
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Invoice Audit Agent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lee la factura, el contrato y el registro de aprobaciones, identifica cargos no facturables, cita la cláusula exacta, y recomienda una disposición.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60020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0A2C6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C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REAL DEL AGENTE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$8,342.25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040880" y="3200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horas extra no facturables identificadas en una sola factura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3977640"/>
            <a:ext cx="420624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horas de OT sin aprobación válida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3.2(c)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52212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cláusula del contrato citada automáticamente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5586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5934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disposición recomendada por el agente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1-2 · BUILD &amp; 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agente con conocimiento empresarial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una caja negra: cada respuesta está anclada a documentos que la empresa controla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82296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gpt-6-astra (OpenAI) desplegado como Global Standard — razonamiento avanzado para flujos agentic.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429000" cy="82296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51960" y="2788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sabe su rol: auditor de facturas, su proceso de verificación, y el formato de su respuesta.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3429000" cy="82296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(Foundry IQ)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2788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MSA, registro de aprobaciones y facturas indexados en Azure AI Search con recuperación agentic.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81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REAL DEL AGENTE (PLAYGROUND)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“Non-billable overtime / amount at risk: $8,342.25, representing all 227 OT hours billed for worker SP-2355 on Line 4 without a written pre-approval. </a:t>
            </a:r>
            <a:pPr indent="0" marL="0">
              <a:buNone/>
            </a:pPr>
            <a:r>
              <a:rPr lang="en-US" sz="13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MSA Section 3.2(c)</a:t>
            </a:r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requires exclusion of overtime lacking a corresponding written pre-approval record.”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3-4 · OBSERVE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y operación en tiempo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respuesta es auditable; cada ejecución se mide en costo y consumo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4069080"/>
          </a:xfrm>
          <a:prstGeom prst="roundRect">
            <a:avLst>
              <a:gd name="adj" fmla="val 1798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¿De dónde salió este número?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ejecución registra el modelo invocado, la llamada a la knowledge base vía MCP, y la respuesta final con citas numeradas a la fuente exacta.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43251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ejecuciones registradas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873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77440" y="4946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completadas sin error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5495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77440" y="55686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duración promedio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0A2C6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C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Gobierno de costos de 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principio de FinOps que ya aplican a Azure, ahora para consumo de modelos y agentes.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$0.32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09360" y="4727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 estimado acumulado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5166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25.3K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5733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totales consumidos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5 · TUNE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medible, no subjetiva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evaluador custom, generado por IA a partir de una instrucción en lenguaje natural, certifica si el agente cumple su propósito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0A2C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CC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DEL EVALUADOR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 ejecuciones aprobadas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74320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“Contract-Policy-Evidence Compliance” — ejecutado sobre tráfico real, no datos sintéticos.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2194560"/>
            <a:ext cx="7223760" cy="18288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6888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20640" y="24505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line_item_audit_correctness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20640" y="290779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¿El agente asignó la disposición correcta (Aprobar / Escalar / Necesita info) según la evidencia visible?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4297680"/>
            <a:ext cx="7223760" cy="18288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457200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5148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45537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evidence_grounding_and_citation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20640" y="501091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¿Cada hallazgo cita una cláusula contractual y una fila específica del registro de aprobaciones?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C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agente de producción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una caja negra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429000"/>
            <a:ext cx="3063240" cy="0"/>
          </a:xfrm>
          <a:prstGeom prst="line">
            <a:avLst/>
          </a:prstGeom>
          <a:noFill/>
          <a:ln w="25400">
            <a:solidFill>
              <a:srgbClr val="00B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construye en minutos con conocimiento empresarial real conectado.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69080" y="3429000"/>
            <a:ext cx="3063240" cy="0"/>
          </a:xfrm>
          <a:prstGeom prst="line">
            <a:avLst/>
          </a:prstGeom>
          <a:noFill/>
          <a:ln w="25400">
            <a:solidFill>
              <a:srgbClr val="00B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69080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respuesta es trazable (Traces) y cada ejecución es medible en costo (Monitor).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3429000"/>
            <a:ext cx="3063240" cy="0"/>
          </a:xfrm>
          <a:prstGeom prst="line">
            <a:avLst/>
          </a:prstGeom>
          <a:noFill/>
          <a:ln w="25400">
            <a:solidFill>
              <a:srgbClr val="00BB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3977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calidad se certifica con una rúbrica repetible — no a simple vista.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dentro de Microsoft Foundry — sin herramientas adicionales, sin exportar datos a otro sistema.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Audit Agent - Resumen Ejecutivo</dc:title>
  <dc:subject>Capítulo 2 - Build, Observe &amp; Tune</dc:subject>
  <dc:creator>Jorge Zapata</dc:creator>
  <cp:lastModifiedBy>Jorge Zapata</cp:lastModifiedBy>
  <cp:revision>1</cp:revision>
  <dcterms:created xsi:type="dcterms:W3CDTF">2026-10-23T21:08:27Z</dcterms:created>
  <dcterms:modified xsi:type="dcterms:W3CDTF">2026-10-23T21:08:27Z</dcterms:modified>
</cp:coreProperties>
</file>